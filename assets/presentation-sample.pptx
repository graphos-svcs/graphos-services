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ad-a172-8630-8000-00000ca9c106.png?kimi-sig=1qDKs4VaSuM3XlXGhEM-EjyNpdFDQItoCa4CuBXX90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b8-63b2-80c3-8000-000033ee8db8.png?kimi-sig=r3IbZg2mpFGV1kAroVAzpS9PZzvmdF62wavX6I4Miy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b7-7ba2-8acd-8000-0000c4467ba8.png?kimi-sig=43xPVy-OjNJryNOCbxRSoyO7JwCoBcNrTo0Ywo2owj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b7-9622-8e0c-8000-000080cb34a9.png?kimi-sig=GP30dyV5tgevXZSs5y7s4KZyUCeSUioxh4tQ_PZW2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bb-a772-8e1c-8000-0000fa9cb619.png?kimi-sig=hggYfjBmxqW1MR24wCg75FlCubm4Sedg_MfmEbwclQ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b8-0452-8e9f-8000-0000ac5dea92.png?kimi-sig=G1J9f4A5LSOpaBXoNoNPHr-bmi_4wTxi7wzRgmVlJa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c6-3f82-8539-8000-00005876d6a0.png?kimi-sig=IuZ4dGR8y3c7_lq0VsilK59_jtdG7Xv-jISVvQAFeY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c5-9732-807a-8000-00007e08cc43.png?kimi-sig=0_dDrb47CWRys9_QMgpyGuQ4YGphSuUBA1UAMu9r6I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c4-beb2-80fb-8000-000032044b2f.png?kimi-sig=xQBh5WZdFGpd3Zo8hgGpZmW_rvgUyoK9asfMfdKVIb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c7-8182-80a7-8000-0000db63b409.png?kimi-sig=5qzNtItzlipFj8NpuA7niCwnaia7nVF025WQdTTU4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c4-6aa2-820a-8000-0000d6b895dd.png?kimi-sig=qD0ddwsmCXCWvw3cv04XdV-AjKKfZn4pSHxN6c0DlK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d1-6322-8ef7-8000-0000a5c8d619.png?kimi-sig=g4tOXIb0mESAeRp7EV4-OYDPgfI-S4zFJZv55GGTh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d2-63c2-895b-8000-00002b81d301.png?kimi-sig=n1QIvRee-_lxUuATkKmUGFINgGA62FohGyMNa7VLL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d5-7cc2-88ab-8000-00000a903e1f.png?kimi-sig=u16NcDiLtOCa51ep8ivm52kRSv59J9E1NuZYganieg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17ed3-8cd2-84ee-8000-00004b807c1d.png?kimi-sig=oZcmAVGhBW0MzsV6XTkNS91EEptm2AJ0lVgClaxQnj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Graphos Services - منصتك الرقمية الاحترافية</dc:title>
  <dc:subject>Graphos Services - منصتك الرقمية الاحترافية</dc:subject>
  <dc:creator>Kimi</dc:creator>
  <cp:lastModifiedBy>Kimi</cp:lastModifiedBy>
  <cp:revision>1</cp:revision>
  <dcterms:created xsi:type="dcterms:W3CDTF">2025-12-13T13:39:26Z</dcterms:created>
  <dcterms:modified xsi:type="dcterms:W3CDTF">2025-12-13T13:39:26Z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{"Label":"Graphos Services - منصتك الرقمية الاحترافية","ContentProducer":"001191110108MACG2KBH8F10000","ProduceID":"d4umm5asc5ch7dfpdoug","ReservedCode1":"","ContentPropagator":"001191110108MACG2KBH8F20000","PropagateID":"d4umm5asc5ch7dfpdoug","ReservedCode2":""}</vt:lpwstr>
  </property>
</Properties>
</file>